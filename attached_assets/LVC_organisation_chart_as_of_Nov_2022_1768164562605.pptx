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3"/>
  </p:notesMasterIdLst>
  <p:sldIdLst>
    <p:sldId id="256" r:id="rId2"/>
  </p:sldIdLst>
  <p:sldSz cx="32399288" cy="12599988"/>
  <p:notesSz cx="6723063" cy="9853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tt Rees" initials="BR" lastIdx="1" clrIdx="0">
    <p:extLst>
      <p:ext uri="{19B8F6BF-5375-455C-9EA6-DF929625EA0E}">
        <p15:presenceInfo xmlns:p15="http://schemas.microsoft.com/office/powerpoint/2012/main" userId="S::britt@lvcuk.com::564ff69f-aca5-47e7-829c-e5b3535cbe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  <a:srgbClr val="FF9900"/>
    <a:srgbClr val="F4B183"/>
    <a:srgbClr val="9DC3E6"/>
    <a:srgbClr val="8FAADC"/>
    <a:srgbClr val="FFC000"/>
    <a:srgbClr val="FFF2CC"/>
    <a:srgbClr val="CC99FF"/>
    <a:srgbClr val="F8CBAD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42" autoAdjust="0"/>
    <p:restoredTop sz="91855" autoAdjust="0"/>
  </p:normalViewPr>
  <p:slideViewPr>
    <p:cSldViewPr snapToGrid="0">
      <p:cViewPr>
        <p:scale>
          <a:sx n="90" d="100"/>
          <a:sy n="90" d="100"/>
        </p:scale>
        <p:origin x="-432" y="-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306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8413" y="0"/>
            <a:ext cx="291306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44479-D5AF-409F-B838-15B9CDE99E5D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914400" y="1231900"/>
            <a:ext cx="8553450" cy="3325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100" y="4741863"/>
            <a:ext cx="5378450" cy="38798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59900"/>
            <a:ext cx="2913063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8413" y="9359900"/>
            <a:ext cx="2913062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FC233-AF2F-46BE-8709-2975A9CB9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97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1pPr>
    <a:lvl2pPr marL="395074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2pPr>
    <a:lvl3pPr marL="790149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3pPr>
    <a:lvl4pPr marL="1185221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4pPr>
    <a:lvl5pPr marL="1580296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5pPr>
    <a:lvl6pPr marL="1975370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6pPr>
    <a:lvl7pPr marL="2370445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7pPr>
    <a:lvl8pPr marL="2765518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8pPr>
    <a:lvl9pPr marL="3160592" algn="l" defTabSz="790149" rtl="0" eaLnBrk="1" latinLnBrk="0" hangingPunct="1">
      <a:defRPr sz="10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231900"/>
            <a:ext cx="8553450" cy="3325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FC233-AF2F-46BE-8709-2975A9CB95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221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9911" y="2062083"/>
            <a:ext cx="24299466" cy="4386662"/>
          </a:xfrm>
        </p:spPr>
        <p:txBody>
          <a:bodyPr anchor="b"/>
          <a:lstStyle>
            <a:lvl1pPr algn="ctr">
              <a:defRPr sz="11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6617911"/>
            <a:ext cx="24299466" cy="3042080"/>
          </a:xfrm>
        </p:spPr>
        <p:txBody>
          <a:bodyPr/>
          <a:lstStyle>
            <a:lvl1pPr marL="0" indent="0" algn="ctr">
              <a:buNone/>
              <a:defRPr sz="4410"/>
            </a:lvl1pPr>
            <a:lvl2pPr marL="840014" indent="0" algn="ctr">
              <a:buNone/>
              <a:defRPr sz="3675"/>
            </a:lvl2pPr>
            <a:lvl3pPr marL="1680027" indent="0" algn="ctr">
              <a:buNone/>
              <a:defRPr sz="3307"/>
            </a:lvl3pPr>
            <a:lvl4pPr marL="2520041" indent="0" algn="ctr">
              <a:buNone/>
              <a:defRPr sz="2940"/>
            </a:lvl4pPr>
            <a:lvl5pPr marL="3360054" indent="0" algn="ctr">
              <a:buNone/>
              <a:defRPr sz="2940"/>
            </a:lvl5pPr>
            <a:lvl6pPr marL="4200068" indent="0" algn="ctr">
              <a:buNone/>
              <a:defRPr sz="2940"/>
            </a:lvl6pPr>
            <a:lvl7pPr marL="5040081" indent="0" algn="ctr">
              <a:buNone/>
              <a:defRPr sz="2940"/>
            </a:lvl7pPr>
            <a:lvl8pPr marL="5880095" indent="0" algn="ctr">
              <a:buNone/>
              <a:defRPr sz="2940"/>
            </a:lvl8pPr>
            <a:lvl9pPr marL="6720108" indent="0" algn="ctr">
              <a:buNone/>
              <a:defRPr sz="29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05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45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6" y="3141249"/>
            <a:ext cx="27944386" cy="5241244"/>
          </a:xfrm>
        </p:spPr>
        <p:txBody>
          <a:bodyPr anchor="b"/>
          <a:lstStyle>
            <a:lvl1pPr>
              <a:defRPr sz="11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6" y="8432077"/>
            <a:ext cx="27944386" cy="2756246"/>
          </a:xfrm>
        </p:spPr>
        <p:txBody>
          <a:bodyPr/>
          <a:lstStyle>
            <a:lvl1pPr marL="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1pPr>
            <a:lvl2pPr marL="840014" indent="0">
              <a:buNone/>
              <a:defRPr sz="3675">
                <a:solidFill>
                  <a:schemeClr val="tx1">
                    <a:tint val="75000"/>
                  </a:schemeClr>
                </a:solidFill>
              </a:defRPr>
            </a:lvl2pPr>
            <a:lvl3pPr marL="168002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3pPr>
            <a:lvl4pPr marL="2520041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4pPr>
            <a:lvl5pPr marL="3360054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5pPr>
            <a:lvl6pPr marL="4200068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6pPr>
            <a:lvl7pPr marL="5040081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7pPr>
            <a:lvl8pPr marL="5880095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8pPr>
            <a:lvl9pPr marL="6720108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09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3354163"/>
            <a:ext cx="13769697" cy="79945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3354163"/>
            <a:ext cx="13769697" cy="79945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50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670834"/>
            <a:ext cx="27944386" cy="24354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2" y="3088748"/>
            <a:ext cx="13706416" cy="1513748"/>
          </a:xfrm>
        </p:spPr>
        <p:txBody>
          <a:bodyPr anchor="b"/>
          <a:lstStyle>
            <a:lvl1pPr marL="0" indent="0">
              <a:buNone/>
              <a:defRPr sz="4410" b="1"/>
            </a:lvl1pPr>
            <a:lvl2pPr marL="840014" indent="0">
              <a:buNone/>
              <a:defRPr sz="3675" b="1"/>
            </a:lvl2pPr>
            <a:lvl3pPr marL="1680027" indent="0">
              <a:buNone/>
              <a:defRPr sz="3307" b="1"/>
            </a:lvl3pPr>
            <a:lvl4pPr marL="2520041" indent="0">
              <a:buNone/>
              <a:defRPr sz="2940" b="1"/>
            </a:lvl4pPr>
            <a:lvl5pPr marL="3360054" indent="0">
              <a:buNone/>
              <a:defRPr sz="2940" b="1"/>
            </a:lvl5pPr>
            <a:lvl6pPr marL="4200068" indent="0">
              <a:buNone/>
              <a:defRPr sz="2940" b="1"/>
            </a:lvl6pPr>
            <a:lvl7pPr marL="5040081" indent="0">
              <a:buNone/>
              <a:defRPr sz="2940" b="1"/>
            </a:lvl7pPr>
            <a:lvl8pPr marL="5880095" indent="0">
              <a:buNone/>
              <a:defRPr sz="2940" b="1"/>
            </a:lvl8pPr>
            <a:lvl9pPr marL="6720108" indent="0">
              <a:buNone/>
              <a:defRPr sz="29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2" y="4602496"/>
            <a:ext cx="13706416" cy="6769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0" y="3088748"/>
            <a:ext cx="13773917" cy="1513748"/>
          </a:xfrm>
        </p:spPr>
        <p:txBody>
          <a:bodyPr anchor="b"/>
          <a:lstStyle>
            <a:lvl1pPr marL="0" indent="0">
              <a:buNone/>
              <a:defRPr sz="4410" b="1"/>
            </a:lvl1pPr>
            <a:lvl2pPr marL="840014" indent="0">
              <a:buNone/>
              <a:defRPr sz="3675" b="1"/>
            </a:lvl2pPr>
            <a:lvl3pPr marL="1680027" indent="0">
              <a:buNone/>
              <a:defRPr sz="3307" b="1"/>
            </a:lvl3pPr>
            <a:lvl4pPr marL="2520041" indent="0">
              <a:buNone/>
              <a:defRPr sz="2940" b="1"/>
            </a:lvl4pPr>
            <a:lvl5pPr marL="3360054" indent="0">
              <a:buNone/>
              <a:defRPr sz="2940" b="1"/>
            </a:lvl5pPr>
            <a:lvl6pPr marL="4200068" indent="0">
              <a:buNone/>
              <a:defRPr sz="2940" b="1"/>
            </a:lvl6pPr>
            <a:lvl7pPr marL="5040081" indent="0">
              <a:buNone/>
              <a:defRPr sz="2940" b="1"/>
            </a:lvl7pPr>
            <a:lvl8pPr marL="5880095" indent="0">
              <a:buNone/>
              <a:defRPr sz="2940" b="1"/>
            </a:lvl8pPr>
            <a:lvl9pPr marL="6720108" indent="0">
              <a:buNone/>
              <a:defRPr sz="29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0" y="4602496"/>
            <a:ext cx="13773917" cy="6769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08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1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67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2" y="839999"/>
            <a:ext cx="10449613" cy="2939997"/>
          </a:xfrm>
        </p:spPr>
        <p:txBody>
          <a:bodyPr anchor="b"/>
          <a:lstStyle>
            <a:lvl1pPr>
              <a:defRPr sz="5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1814166"/>
            <a:ext cx="16402140" cy="8954158"/>
          </a:xfrm>
        </p:spPr>
        <p:txBody>
          <a:bodyPr/>
          <a:lstStyle>
            <a:lvl1pPr>
              <a:defRPr sz="5879"/>
            </a:lvl1pPr>
            <a:lvl2pPr>
              <a:defRPr sz="5144"/>
            </a:lvl2pPr>
            <a:lvl3pPr>
              <a:defRPr sz="4410"/>
            </a:lvl3pPr>
            <a:lvl4pPr>
              <a:defRPr sz="3675"/>
            </a:lvl4pPr>
            <a:lvl5pPr>
              <a:defRPr sz="3675"/>
            </a:lvl5pPr>
            <a:lvl6pPr>
              <a:defRPr sz="3675"/>
            </a:lvl6pPr>
            <a:lvl7pPr>
              <a:defRPr sz="3675"/>
            </a:lvl7pPr>
            <a:lvl8pPr>
              <a:defRPr sz="3675"/>
            </a:lvl8pPr>
            <a:lvl9pPr>
              <a:defRPr sz="3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2" y="3779996"/>
            <a:ext cx="10449613" cy="7002911"/>
          </a:xfrm>
        </p:spPr>
        <p:txBody>
          <a:bodyPr/>
          <a:lstStyle>
            <a:lvl1pPr marL="0" indent="0">
              <a:buNone/>
              <a:defRPr sz="2940"/>
            </a:lvl1pPr>
            <a:lvl2pPr marL="840014" indent="0">
              <a:buNone/>
              <a:defRPr sz="2572"/>
            </a:lvl2pPr>
            <a:lvl3pPr marL="1680027" indent="0">
              <a:buNone/>
              <a:defRPr sz="2205"/>
            </a:lvl3pPr>
            <a:lvl4pPr marL="2520041" indent="0">
              <a:buNone/>
              <a:defRPr sz="1837"/>
            </a:lvl4pPr>
            <a:lvl5pPr marL="3360054" indent="0">
              <a:buNone/>
              <a:defRPr sz="1837"/>
            </a:lvl5pPr>
            <a:lvl6pPr marL="4200068" indent="0">
              <a:buNone/>
              <a:defRPr sz="1837"/>
            </a:lvl6pPr>
            <a:lvl7pPr marL="5040081" indent="0">
              <a:buNone/>
              <a:defRPr sz="1837"/>
            </a:lvl7pPr>
            <a:lvl8pPr marL="5880095" indent="0">
              <a:buNone/>
              <a:defRPr sz="1837"/>
            </a:lvl8pPr>
            <a:lvl9pPr marL="6720108" indent="0">
              <a:buNone/>
              <a:defRPr sz="18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949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2" y="839999"/>
            <a:ext cx="10449613" cy="2939997"/>
          </a:xfrm>
        </p:spPr>
        <p:txBody>
          <a:bodyPr anchor="b"/>
          <a:lstStyle>
            <a:lvl1pPr>
              <a:defRPr sz="5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1814166"/>
            <a:ext cx="16402140" cy="8954158"/>
          </a:xfrm>
        </p:spPr>
        <p:txBody>
          <a:bodyPr anchor="t"/>
          <a:lstStyle>
            <a:lvl1pPr marL="0" indent="0">
              <a:buNone/>
              <a:defRPr sz="5879"/>
            </a:lvl1pPr>
            <a:lvl2pPr marL="840014" indent="0">
              <a:buNone/>
              <a:defRPr sz="5144"/>
            </a:lvl2pPr>
            <a:lvl3pPr marL="1680027" indent="0">
              <a:buNone/>
              <a:defRPr sz="4410"/>
            </a:lvl3pPr>
            <a:lvl4pPr marL="2520041" indent="0">
              <a:buNone/>
              <a:defRPr sz="3675"/>
            </a:lvl4pPr>
            <a:lvl5pPr marL="3360054" indent="0">
              <a:buNone/>
              <a:defRPr sz="3675"/>
            </a:lvl5pPr>
            <a:lvl6pPr marL="4200068" indent="0">
              <a:buNone/>
              <a:defRPr sz="3675"/>
            </a:lvl6pPr>
            <a:lvl7pPr marL="5040081" indent="0">
              <a:buNone/>
              <a:defRPr sz="3675"/>
            </a:lvl7pPr>
            <a:lvl8pPr marL="5880095" indent="0">
              <a:buNone/>
              <a:defRPr sz="3675"/>
            </a:lvl8pPr>
            <a:lvl9pPr marL="6720108" indent="0">
              <a:buNone/>
              <a:defRPr sz="36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2" y="3779996"/>
            <a:ext cx="10449613" cy="7002911"/>
          </a:xfrm>
        </p:spPr>
        <p:txBody>
          <a:bodyPr/>
          <a:lstStyle>
            <a:lvl1pPr marL="0" indent="0">
              <a:buNone/>
              <a:defRPr sz="2940"/>
            </a:lvl1pPr>
            <a:lvl2pPr marL="840014" indent="0">
              <a:buNone/>
              <a:defRPr sz="2572"/>
            </a:lvl2pPr>
            <a:lvl3pPr marL="1680027" indent="0">
              <a:buNone/>
              <a:defRPr sz="2205"/>
            </a:lvl3pPr>
            <a:lvl4pPr marL="2520041" indent="0">
              <a:buNone/>
              <a:defRPr sz="1837"/>
            </a:lvl4pPr>
            <a:lvl5pPr marL="3360054" indent="0">
              <a:buNone/>
              <a:defRPr sz="1837"/>
            </a:lvl5pPr>
            <a:lvl6pPr marL="4200068" indent="0">
              <a:buNone/>
              <a:defRPr sz="1837"/>
            </a:lvl6pPr>
            <a:lvl7pPr marL="5040081" indent="0">
              <a:buNone/>
              <a:defRPr sz="1837"/>
            </a:lvl7pPr>
            <a:lvl8pPr marL="5880095" indent="0">
              <a:buNone/>
              <a:defRPr sz="1837"/>
            </a:lvl8pPr>
            <a:lvl9pPr marL="6720108" indent="0">
              <a:buNone/>
              <a:defRPr sz="18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78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3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1" y="670833"/>
            <a:ext cx="6986096" cy="106779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1" y="670833"/>
            <a:ext cx="20553298" cy="106779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30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670834"/>
            <a:ext cx="27944386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3354163"/>
            <a:ext cx="27944386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11678323"/>
            <a:ext cx="728984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27BE8-539D-45A0-B143-6EAFB05B3235}" type="datetimeFigureOut">
              <a:rPr lang="en-GB" smtClean="0"/>
              <a:t>17/11/2022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11678323"/>
            <a:ext cx="1093476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11678323"/>
            <a:ext cx="728984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E41C0-8DB7-41C2-A095-49E793DBE6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95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1680027" rtl="0" eaLnBrk="1" latinLnBrk="0" hangingPunct="1">
        <a:lnSpc>
          <a:spcPct val="90000"/>
        </a:lnSpc>
        <a:spcBef>
          <a:spcPct val="0"/>
        </a:spcBef>
        <a:buNone/>
        <a:defRPr sz="80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007" indent="-420007" algn="l" defTabSz="1680027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5144" kern="1200">
          <a:solidFill>
            <a:schemeClr val="tx1"/>
          </a:solidFill>
          <a:latin typeface="+mn-lt"/>
          <a:ea typeface="+mn-ea"/>
          <a:cs typeface="+mn-cs"/>
        </a:defRPr>
      </a:lvl1pPr>
      <a:lvl2pPr marL="1260020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4410" kern="1200">
          <a:solidFill>
            <a:schemeClr val="tx1"/>
          </a:solidFill>
          <a:latin typeface="+mn-lt"/>
          <a:ea typeface="+mn-ea"/>
          <a:cs typeface="+mn-cs"/>
        </a:defRPr>
      </a:lvl2pPr>
      <a:lvl3pPr marL="2100034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3pPr>
      <a:lvl4pPr marL="2940047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4pPr>
      <a:lvl5pPr marL="3780061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5pPr>
      <a:lvl6pPr marL="4620075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6pPr>
      <a:lvl7pPr marL="5460088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7pPr>
      <a:lvl8pPr marL="6300102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8pPr>
      <a:lvl9pPr marL="7140115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40014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680027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520041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4pPr>
      <a:lvl5pPr marL="3360054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5pPr>
      <a:lvl6pPr marL="4200068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6pPr>
      <a:lvl7pPr marL="5040081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7pPr>
      <a:lvl8pPr marL="5880095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8pPr>
      <a:lvl9pPr marL="6720108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674AAF44-1580-46C3-AFBC-55EA716FF7D3}"/>
              </a:ext>
            </a:extLst>
          </p:cNvPr>
          <p:cNvCxnSpPr>
            <a:cxnSpLocks/>
          </p:cNvCxnSpPr>
          <p:nvPr/>
        </p:nvCxnSpPr>
        <p:spPr>
          <a:xfrm>
            <a:off x="18366925" y="3968120"/>
            <a:ext cx="4982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166A0BA6-5E8B-4000-B5BC-4617E84B1FFD}"/>
              </a:ext>
            </a:extLst>
          </p:cNvPr>
          <p:cNvCxnSpPr>
            <a:cxnSpLocks/>
          </p:cNvCxnSpPr>
          <p:nvPr/>
        </p:nvCxnSpPr>
        <p:spPr>
          <a:xfrm flipH="1">
            <a:off x="23246815" y="6259616"/>
            <a:ext cx="24750" cy="8461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EFE07EA8-1C7F-4E11-AF0F-066FE4BF6836}"/>
              </a:ext>
            </a:extLst>
          </p:cNvPr>
          <p:cNvCxnSpPr>
            <a:cxnSpLocks/>
          </p:cNvCxnSpPr>
          <p:nvPr/>
        </p:nvCxnSpPr>
        <p:spPr>
          <a:xfrm flipH="1">
            <a:off x="24085358" y="7229952"/>
            <a:ext cx="104260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F72C7637-B95A-454D-A54D-7F51A845EFAD}"/>
              </a:ext>
            </a:extLst>
          </p:cNvPr>
          <p:cNvCxnSpPr>
            <a:cxnSpLocks/>
          </p:cNvCxnSpPr>
          <p:nvPr/>
        </p:nvCxnSpPr>
        <p:spPr>
          <a:xfrm flipH="1">
            <a:off x="21411087" y="6307595"/>
            <a:ext cx="8790" cy="6573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cxnSpLocks/>
          </p:cNvCxnSpPr>
          <p:nvPr/>
        </p:nvCxnSpPr>
        <p:spPr>
          <a:xfrm>
            <a:off x="6890701" y="6257299"/>
            <a:ext cx="0" cy="21765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A0112B49-55E4-4534-925D-CFCA2F7EA250}"/>
              </a:ext>
            </a:extLst>
          </p:cNvPr>
          <p:cNvCxnSpPr>
            <a:cxnSpLocks/>
            <a:endCxn id="149" idx="0"/>
          </p:cNvCxnSpPr>
          <p:nvPr/>
        </p:nvCxnSpPr>
        <p:spPr>
          <a:xfrm flipH="1">
            <a:off x="13474547" y="6277446"/>
            <a:ext cx="26836" cy="6760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cxnSpLocks/>
          </p:cNvCxnSpPr>
          <p:nvPr/>
        </p:nvCxnSpPr>
        <p:spPr>
          <a:xfrm flipV="1">
            <a:off x="6890701" y="6267603"/>
            <a:ext cx="6622727" cy="141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cxnSpLocks/>
          </p:cNvCxnSpPr>
          <p:nvPr/>
        </p:nvCxnSpPr>
        <p:spPr>
          <a:xfrm flipH="1">
            <a:off x="11018021" y="6270002"/>
            <a:ext cx="9154" cy="5571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cxnSpLocks/>
          </p:cNvCxnSpPr>
          <p:nvPr/>
        </p:nvCxnSpPr>
        <p:spPr>
          <a:xfrm flipH="1">
            <a:off x="15990719" y="6270002"/>
            <a:ext cx="2" cy="5514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>
            <a:cxnSpLocks/>
          </p:cNvCxnSpPr>
          <p:nvPr/>
        </p:nvCxnSpPr>
        <p:spPr>
          <a:xfrm flipH="1">
            <a:off x="18576474" y="6286130"/>
            <a:ext cx="8790" cy="4857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6146638" y="6922595"/>
            <a:ext cx="3765829" cy="1340879"/>
            <a:chOff x="8911854" y="6974231"/>
            <a:chExt cx="4223706" cy="1396079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8911854" y="7686310"/>
              <a:ext cx="1620001" cy="68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pPr defTabSz="31705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2" b="1" dirty="0">
                  <a:solidFill>
                    <a:schemeClr val="tx1"/>
                  </a:solidFill>
                </a:rPr>
                <a:t>Senior Sales Consultant</a:t>
              </a:r>
            </a:p>
            <a:p>
              <a:pPr defTabSz="31705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2" b="1" dirty="0">
                  <a:solidFill>
                    <a:schemeClr val="tx1"/>
                  </a:solidFill>
                </a:rPr>
                <a:t>I-team London</a:t>
              </a:r>
            </a:p>
            <a:p>
              <a:pPr defTabSz="31705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2" dirty="0"/>
                <a:t>Sam Nurse </a:t>
              </a:r>
              <a:endParaRPr lang="en-US" sz="802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9094331" y="6974231"/>
              <a:ext cx="4041229" cy="611419"/>
              <a:chOff x="9094331" y="6974231"/>
              <a:chExt cx="4041229" cy="611419"/>
            </a:xfrm>
          </p:grpSpPr>
          <p:sp>
            <p:nvSpPr>
              <p:cNvPr id="206" name="Rectangle 205"/>
              <p:cNvSpPr/>
              <p:nvPr/>
            </p:nvSpPr>
            <p:spPr>
              <a:xfrm>
                <a:off x="9094331" y="6982524"/>
                <a:ext cx="493877" cy="60231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2275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10886175" y="6974231"/>
                <a:ext cx="493877" cy="60231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2275"/>
              </a:p>
            </p:txBody>
          </p:sp>
          <p:sp>
            <p:nvSpPr>
              <p:cNvPr id="215" name="Rectangle 214"/>
              <p:cNvSpPr/>
              <p:nvPr/>
            </p:nvSpPr>
            <p:spPr>
              <a:xfrm>
                <a:off x="12641683" y="6983339"/>
                <a:ext cx="493877" cy="60231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2275"/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7868709" y="6842943"/>
            <a:ext cx="1444381" cy="1409881"/>
            <a:chOff x="17769348" y="6021435"/>
            <a:chExt cx="1620000" cy="1581304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17769348" y="6021435"/>
              <a:ext cx="1620000" cy="684000"/>
            </a:xfrm>
            <a:prstGeom prst="rect">
              <a:avLst/>
            </a:prstGeom>
            <a:solidFill>
              <a:schemeClr val="accent3">
                <a:alpha val="86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Hire Manager </a:t>
              </a:r>
              <a:r>
                <a:rPr lang="en-US" sz="802" dirty="0"/>
                <a:t>Jonathan Rees</a:t>
              </a:r>
              <a:endParaRPr lang="en-GB" sz="802" dirty="0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7817483" y="6049364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17807723" y="7000428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</p:grpSp>
      <p:cxnSp>
        <p:nvCxnSpPr>
          <p:cNvPr id="252" name="Straight Connector 251"/>
          <p:cNvCxnSpPr>
            <a:cxnSpLocks/>
          </p:cNvCxnSpPr>
          <p:nvPr/>
        </p:nvCxnSpPr>
        <p:spPr>
          <a:xfrm>
            <a:off x="11573548" y="5127988"/>
            <a:ext cx="5847166" cy="76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Group 252" descr="Top Profile with Photo">
            <a:extLst>
              <a:ext uri="{FF2B5EF4-FFF2-40B4-BE49-F238E27FC236}">
                <a16:creationId xmlns:a16="http://schemas.microsoft.com/office/drawing/2014/main" id="{29A2F383-53EC-4824-A0B3-04705A56E78D}"/>
              </a:ext>
            </a:extLst>
          </p:cNvPr>
          <p:cNvGrpSpPr/>
          <p:nvPr/>
        </p:nvGrpSpPr>
        <p:grpSpPr>
          <a:xfrm>
            <a:off x="13659884" y="3679138"/>
            <a:ext cx="3035323" cy="873571"/>
            <a:chOff x="4393810" y="2049185"/>
            <a:chExt cx="3404380" cy="979785"/>
          </a:xfrm>
        </p:grpSpPr>
        <p:pic>
          <p:nvPicPr>
            <p:cNvPr id="254" name="Picture 253" descr="Shadow">
              <a:extLst>
                <a:ext uri="{FF2B5EF4-FFF2-40B4-BE49-F238E27FC236}">
                  <a16:creationId xmlns:a16="http://schemas.microsoft.com/office/drawing/2014/main" id="{C9A96126-37B9-46C5-9BEE-FADC226B7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67" t="62187" r="9778" b="8282"/>
            <a:stretch/>
          </p:blipFill>
          <p:spPr>
            <a:xfrm>
              <a:off x="4393810" y="2327786"/>
              <a:ext cx="3404380" cy="701184"/>
            </a:xfrm>
            <a:prstGeom prst="rect">
              <a:avLst/>
            </a:prstGeom>
          </p:spPr>
        </p:pic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8D5B09E2-B849-4614-9B74-163F5FF1F387}"/>
                </a:ext>
              </a:extLst>
            </p:cNvPr>
            <p:cNvSpPr/>
            <p:nvPr/>
          </p:nvSpPr>
          <p:spPr>
            <a:xfrm>
              <a:off x="4656000" y="2049185"/>
              <a:ext cx="2880000" cy="684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pPr algn="ctr" defTabSz="31705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90" dirty="0">
                  <a:solidFill>
                    <a:schemeClr val="bg1"/>
                  </a:solidFill>
                </a:rPr>
                <a:t>Managing Director</a:t>
              </a:r>
            </a:p>
            <a:p>
              <a:pPr algn="ctr" defTabSz="31705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90" dirty="0">
                  <a:solidFill>
                    <a:schemeClr val="bg1"/>
                  </a:solidFill>
                </a:rPr>
                <a:t>Sales Key</a:t>
              </a:r>
              <a:br>
                <a:rPr lang="en-US" sz="890" dirty="0">
                  <a:solidFill>
                    <a:schemeClr val="bg1"/>
                  </a:solidFill>
                </a:rPr>
              </a:br>
              <a:r>
                <a:rPr lang="en-US" sz="802" dirty="0">
                  <a:solidFill>
                    <a:schemeClr val="bg1"/>
                  </a:solidFill>
                </a:rPr>
                <a:t>Simon Tidder</a:t>
              </a:r>
            </a:p>
          </p:txBody>
        </p:sp>
      </p:grpSp>
      <p:cxnSp>
        <p:nvCxnSpPr>
          <p:cNvPr id="257" name="Straight Connector 256"/>
          <p:cNvCxnSpPr>
            <a:cxnSpLocks/>
          </p:cNvCxnSpPr>
          <p:nvPr/>
        </p:nvCxnSpPr>
        <p:spPr>
          <a:xfrm>
            <a:off x="16461440" y="4019716"/>
            <a:ext cx="4982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>
            <a:cxnSpLocks/>
          </p:cNvCxnSpPr>
          <p:nvPr/>
        </p:nvCxnSpPr>
        <p:spPr>
          <a:xfrm>
            <a:off x="17420477" y="5135610"/>
            <a:ext cx="0" cy="110018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390427B-0A98-430E-8C50-5B4E7369FFD7}"/>
              </a:ext>
            </a:extLst>
          </p:cNvPr>
          <p:cNvSpPr/>
          <p:nvPr/>
        </p:nvSpPr>
        <p:spPr>
          <a:xfrm>
            <a:off x="11086780" y="4341503"/>
            <a:ext cx="1604869" cy="609849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algn="ctr"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b="1" dirty="0">
                <a:solidFill>
                  <a:schemeClr val="tx1"/>
                </a:solidFill>
              </a:rPr>
              <a:t>General Manage</a:t>
            </a:r>
          </a:p>
          <a:p>
            <a:pPr algn="ctr"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b="1" dirty="0">
                <a:solidFill>
                  <a:schemeClr val="tx1"/>
                </a:solidFill>
              </a:rPr>
              <a:t>Sales Key 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Nick Rees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4390427B-0A98-430E-8C50-5B4E7369FFD7}"/>
              </a:ext>
            </a:extLst>
          </p:cNvPr>
          <p:cNvSpPr/>
          <p:nvPr/>
        </p:nvSpPr>
        <p:spPr>
          <a:xfrm>
            <a:off x="16861007" y="3666038"/>
            <a:ext cx="1604869" cy="609849"/>
          </a:xfrm>
          <a:prstGeom prst="rect">
            <a:avLst/>
          </a:prstGeom>
          <a:solidFill>
            <a:srgbClr val="FF3B3B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algn="ctr"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b="1" dirty="0">
                <a:solidFill>
                  <a:schemeClr val="tx1"/>
                </a:solidFill>
              </a:rPr>
              <a:t>Finance Director</a:t>
            </a:r>
          </a:p>
          <a:p>
            <a:pPr algn="ctr"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dirty="0">
                <a:solidFill>
                  <a:schemeClr val="tx1"/>
                </a:solidFill>
              </a:rPr>
              <a:t>Byron Rees</a:t>
            </a:r>
            <a:endParaRPr lang="en-US" sz="890" dirty="0">
              <a:solidFill>
                <a:schemeClr val="tx1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4390427B-0A98-430E-8C50-5B4E7369FFD7}"/>
              </a:ext>
            </a:extLst>
          </p:cNvPr>
          <p:cNvSpPr/>
          <p:nvPr/>
        </p:nvSpPr>
        <p:spPr>
          <a:xfrm>
            <a:off x="18808171" y="3676733"/>
            <a:ext cx="1604869" cy="639012"/>
          </a:xfrm>
          <a:prstGeom prst="rect">
            <a:avLst/>
          </a:prstGeom>
          <a:solidFill>
            <a:srgbClr val="FFFF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algn="ctr"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0" b="1" dirty="0"/>
              <a:t>H&amp;S/HR/Quality Coordinator Director</a:t>
            </a:r>
          </a:p>
          <a:p>
            <a:pPr algn="ctr"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dirty="0">
                <a:solidFill>
                  <a:schemeClr val="tx1"/>
                </a:solidFill>
              </a:rPr>
              <a:t>Britt Rees</a:t>
            </a:r>
            <a:endParaRPr lang="en-US" sz="713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14346931" y="5318973"/>
            <a:ext cx="440338" cy="537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67" name="Rectangle 266"/>
          <p:cNvSpPr/>
          <p:nvPr/>
        </p:nvSpPr>
        <p:spPr>
          <a:xfrm>
            <a:off x="16487990" y="5311340"/>
            <a:ext cx="440338" cy="537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pic>
        <p:nvPicPr>
          <p:cNvPr id="268" name="Picture 29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7885" y="3740730"/>
            <a:ext cx="363968" cy="46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9" name="Rectangle 268"/>
          <p:cNvSpPr/>
          <p:nvPr/>
        </p:nvSpPr>
        <p:spPr>
          <a:xfrm>
            <a:off x="12375983" y="5311339"/>
            <a:ext cx="440338" cy="537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pic>
        <p:nvPicPr>
          <p:cNvPr id="270" name="Picture 29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6" r="11332"/>
          <a:stretch/>
        </p:blipFill>
        <p:spPr bwMode="auto">
          <a:xfrm>
            <a:off x="11185318" y="4424610"/>
            <a:ext cx="356812" cy="45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Rectangle 148">
            <a:extLst>
              <a:ext uri="{FF2B5EF4-FFF2-40B4-BE49-F238E27FC236}">
                <a16:creationId xmlns:a16="http://schemas.microsoft.com/office/drawing/2014/main" id="{A7F8D098-0929-4CEA-9504-BC69DC676431}"/>
              </a:ext>
            </a:extLst>
          </p:cNvPr>
          <p:cNvSpPr/>
          <p:nvPr/>
        </p:nvSpPr>
        <p:spPr>
          <a:xfrm>
            <a:off x="12752357" y="6953472"/>
            <a:ext cx="1444380" cy="609849"/>
          </a:xfrm>
          <a:prstGeom prst="rect">
            <a:avLst/>
          </a:prstGeom>
          <a:solidFill>
            <a:srgbClr val="FF6565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r>
              <a:rPr lang="en-US" sz="802" b="1" dirty="0"/>
              <a:t>Product Support Manager</a:t>
            </a:r>
            <a:endParaRPr lang="en-GB" sz="802" b="1" dirty="0"/>
          </a:p>
          <a:p>
            <a:r>
              <a:rPr lang="en-US" sz="802" dirty="0"/>
              <a:t>Dean McBride</a:t>
            </a:r>
          </a:p>
          <a:p>
            <a:endParaRPr lang="en-GB" sz="802" dirty="0"/>
          </a:p>
        </p:txBody>
      </p:sp>
      <p:sp>
        <p:nvSpPr>
          <p:cNvPr id="275" name="Rectangle 274"/>
          <p:cNvSpPr/>
          <p:nvPr/>
        </p:nvSpPr>
        <p:spPr>
          <a:xfrm>
            <a:off x="2536607" y="6853991"/>
            <a:ext cx="440338" cy="537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76" name="Rectangle 275"/>
          <p:cNvSpPr/>
          <p:nvPr/>
        </p:nvSpPr>
        <p:spPr>
          <a:xfrm>
            <a:off x="584826" y="6854686"/>
            <a:ext cx="440338" cy="537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1032" y="275348"/>
            <a:ext cx="3613029" cy="311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0" name="Straight Connector 289"/>
          <p:cNvCxnSpPr/>
          <p:nvPr/>
        </p:nvCxnSpPr>
        <p:spPr>
          <a:xfrm>
            <a:off x="29582704" y="7545610"/>
            <a:ext cx="1328" cy="80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/>
          <p:cNvCxnSpPr/>
          <p:nvPr/>
        </p:nvCxnSpPr>
        <p:spPr>
          <a:xfrm>
            <a:off x="31264069" y="8232754"/>
            <a:ext cx="1328" cy="80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/>
          <p:nvPr/>
        </p:nvCxnSpPr>
        <p:spPr>
          <a:xfrm>
            <a:off x="31264069" y="7549106"/>
            <a:ext cx="1328" cy="80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>
            <a:off x="26282465" y="7559925"/>
            <a:ext cx="1328" cy="80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cxnSpLocks/>
          </p:cNvCxnSpPr>
          <p:nvPr/>
        </p:nvCxnSpPr>
        <p:spPr>
          <a:xfrm flipH="1">
            <a:off x="25759071" y="6266190"/>
            <a:ext cx="44865" cy="13173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/>
          <p:cNvCxnSpPr>
            <a:cxnSpLocks/>
            <a:endCxn id="185" idx="2"/>
          </p:cNvCxnSpPr>
          <p:nvPr/>
        </p:nvCxnSpPr>
        <p:spPr>
          <a:xfrm flipH="1">
            <a:off x="30331212" y="8384132"/>
            <a:ext cx="38605" cy="8139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16687872" y="5273283"/>
            <a:ext cx="1671324" cy="609850"/>
          </a:xfrm>
          <a:prstGeom prst="rect">
            <a:avLst/>
          </a:prstGeom>
          <a:solidFill>
            <a:srgbClr val="FF99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r>
              <a:rPr lang="en-US" sz="802" b="1" dirty="0"/>
              <a:t>Operations Manager</a:t>
            </a:r>
          </a:p>
          <a:p>
            <a:r>
              <a:rPr lang="en-US" sz="802" b="1" dirty="0"/>
              <a:t>Service Team</a:t>
            </a:r>
          </a:p>
          <a:p>
            <a:r>
              <a:rPr lang="en-US" sz="802" b="1" dirty="0"/>
              <a:t> </a:t>
            </a:r>
            <a:r>
              <a:rPr lang="en-US" sz="802" dirty="0"/>
              <a:t>Otto Wolujevicz</a:t>
            </a:r>
            <a:endParaRPr lang="en-GB" sz="802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25081745" y="6852868"/>
            <a:ext cx="1444382" cy="609850"/>
          </a:xfrm>
          <a:prstGeom prst="rect">
            <a:avLst/>
          </a:prstGeom>
          <a:solidFill>
            <a:srgbClr val="FF99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r>
              <a:rPr lang="en-US" sz="802" b="1" dirty="0"/>
              <a:t>Service </a:t>
            </a:r>
          </a:p>
          <a:p>
            <a:r>
              <a:rPr lang="en-US" sz="802" b="1" dirty="0"/>
              <a:t>Coordinator </a:t>
            </a:r>
          </a:p>
          <a:p>
            <a:r>
              <a:rPr lang="en-US" sz="802" dirty="0"/>
              <a:t>Susanna </a:t>
            </a:r>
            <a:endParaRPr lang="en-GB" sz="802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26759285" y="6771832"/>
            <a:ext cx="1521944" cy="680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r>
              <a:rPr lang="en-US" sz="802" b="1" dirty="0"/>
              <a:t>Service </a:t>
            </a:r>
          </a:p>
          <a:p>
            <a:r>
              <a:rPr lang="en-US" sz="802" b="1" dirty="0"/>
              <a:t>Coordinator Assistant </a:t>
            </a:r>
          </a:p>
          <a:p>
            <a:r>
              <a:rPr lang="en-US" sz="802" dirty="0"/>
              <a:t>Gowthami Veerappa</a:t>
            </a:r>
            <a:endParaRPr lang="en-GB" sz="802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26304387" y="7667553"/>
            <a:ext cx="1444382" cy="609850"/>
          </a:xfrm>
          <a:prstGeom prst="rect">
            <a:avLst/>
          </a:prstGeom>
          <a:solidFill>
            <a:srgbClr val="FF99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r>
              <a:rPr lang="en-US" sz="802" b="1" dirty="0"/>
              <a:t>Senior Service Engineer</a:t>
            </a:r>
          </a:p>
          <a:p>
            <a:r>
              <a:rPr lang="en-US" sz="802" dirty="0"/>
              <a:t>Ciaran McRae</a:t>
            </a:r>
            <a:endParaRPr lang="en-GB" sz="802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28778819" y="7624678"/>
            <a:ext cx="1444382" cy="609850"/>
          </a:xfrm>
          <a:prstGeom prst="rect">
            <a:avLst/>
          </a:prstGeom>
          <a:solidFill>
            <a:srgbClr val="FF99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b="1" dirty="0"/>
              <a:t>Senior Service Engineer</a:t>
            </a:r>
          </a:p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dirty="0"/>
              <a:t>Shane Wingfield </a:t>
            </a:r>
            <a:endParaRPr lang="en-US" sz="802" dirty="0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30423471" y="7624678"/>
            <a:ext cx="1444382" cy="609850"/>
          </a:xfrm>
          <a:prstGeom prst="rect">
            <a:avLst/>
          </a:prstGeom>
          <a:solidFill>
            <a:srgbClr val="FF99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b="1" dirty="0"/>
              <a:t>Senior Service Engineer</a:t>
            </a:r>
          </a:p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dirty="0"/>
              <a:t>Peter </a:t>
            </a:r>
            <a:r>
              <a:rPr lang="en-US" sz="802" dirty="0" err="1"/>
              <a:t>Hunte</a:t>
            </a:r>
            <a:endParaRPr lang="en-US" sz="802" dirty="0">
              <a:solidFill>
                <a:schemeClr val="tx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28020811" y="8586175"/>
            <a:ext cx="1444382" cy="648169"/>
          </a:xfrm>
          <a:prstGeom prst="rect">
            <a:avLst/>
          </a:prstGeom>
          <a:solidFill>
            <a:srgbClr val="FF99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b="1" dirty="0"/>
              <a:t>Service Engineer</a:t>
            </a:r>
          </a:p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dirty="0"/>
              <a:t>Hussain </a:t>
            </a:r>
            <a:endParaRPr lang="en-US" sz="802" dirty="0">
              <a:solidFill>
                <a:schemeClr val="tx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33EE306-C27B-4AAB-B144-4045F4FFB0DE}"/>
              </a:ext>
            </a:extLst>
          </p:cNvPr>
          <p:cNvSpPr/>
          <p:nvPr/>
        </p:nvSpPr>
        <p:spPr>
          <a:xfrm>
            <a:off x="29609021" y="8588221"/>
            <a:ext cx="1444382" cy="609851"/>
          </a:xfrm>
          <a:prstGeom prst="rect">
            <a:avLst/>
          </a:prstGeom>
          <a:solidFill>
            <a:srgbClr val="FF9900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r>
              <a:rPr lang="en-US" sz="802" b="1" dirty="0"/>
              <a:t>Service Engineer</a:t>
            </a:r>
          </a:p>
          <a:p>
            <a:r>
              <a:rPr lang="en-US" sz="802" dirty="0"/>
              <a:t>Chris Thomas</a:t>
            </a:r>
            <a:endParaRPr lang="en-GB" sz="802" dirty="0"/>
          </a:p>
        </p:txBody>
      </p:sp>
      <p:cxnSp>
        <p:nvCxnSpPr>
          <p:cNvPr id="198" name="Straight Connector 197"/>
          <p:cNvCxnSpPr>
            <a:cxnSpLocks/>
          </p:cNvCxnSpPr>
          <p:nvPr/>
        </p:nvCxnSpPr>
        <p:spPr>
          <a:xfrm>
            <a:off x="25759071" y="7572396"/>
            <a:ext cx="5353475" cy="3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2" name="Picture 34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2675" y="5331115"/>
            <a:ext cx="394124" cy="50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6" name="Rectangle 235"/>
          <p:cNvSpPr/>
          <p:nvPr/>
        </p:nvSpPr>
        <p:spPr>
          <a:xfrm>
            <a:off x="25528689" y="7670306"/>
            <a:ext cx="440338" cy="5370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37" name="Rectangle 236"/>
          <p:cNvSpPr/>
          <p:nvPr/>
        </p:nvSpPr>
        <p:spPr>
          <a:xfrm>
            <a:off x="26392447" y="7724291"/>
            <a:ext cx="440338" cy="5370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38" name="Rectangle 237"/>
          <p:cNvSpPr/>
          <p:nvPr/>
        </p:nvSpPr>
        <p:spPr>
          <a:xfrm>
            <a:off x="28817245" y="7657955"/>
            <a:ext cx="440338" cy="5370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41" name="Rectangle 240"/>
          <p:cNvSpPr/>
          <p:nvPr/>
        </p:nvSpPr>
        <p:spPr>
          <a:xfrm>
            <a:off x="28020812" y="9996337"/>
            <a:ext cx="440338" cy="5370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42" name="Rectangle 241"/>
          <p:cNvSpPr/>
          <p:nvPr/>
        </p:nvSpPr>
        <p:spPr>
          <a:xfrm>
            <a:off x="28020811" y="10728003"/>
            <a:ext cx="440338" cy="5370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44" name="Rectangle 243"/>
          <p:cNvSpPr/>
          <p:nvPr/>
        </p:nvSpPr>
        <p:spPr>
          <a:xfrm>
            <a:off x="28021243" y="11467415"/>
            <a:ext cx="440338" cy="5370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47" name="Rectangle 246"/>
          <p:cNvSpPr/>
          <p:nvPr/>
        </p:nvSpPr>
        <p:spPr>
          <a:xfrm>
            <a:off x="30461895" y="7663011"/>
            <a:ext cx="440338" cy="5370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cxnSp>
        <p:nvCxnSpPr>
          <p:cNvPr id="201" name="Straight Connector 200"/>
          <p:cNvCxnSpPr>
            <a:cxnSpLocks/>
          </p:cNvCxnSpPr>
          <p:nvPr/>
        </p:nvCxnSpPr>
        <p:spPr>
          <a:xfrm flipV="1">
            <a:off x="26842042" y="8358467"/>
            <a:ext cx="4431284" cy="420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/>
          <p:cNvCxnSpPr/>
          <p:nvPr/>
        </p:nvCxnSpPr>
        <p:spPr>
          <a:xfrm>
            <a:off x="29609021" y="8235534"/>
            <a:ext cx="1328" cy="808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4446388" y="6857927"/>
            <a:ext cx="3016947" cy="3498216"/>
            <a:chOff x="12880113" y="6006003"/>
            <a:chExt cx="3383770" cy="3923555"/>
          </a:xfrm>
        </p:grpSpPr>
        <p:cxnSp>
          <p:nvCxnSpPr>
            <p:cNvPr id="281" name="Straight Connector 280"/>
            <p:cNvCxnSpPr/>
            <p:nvPr/>
          </p:nvCxnSpPr>
          <p:spPr>
            <a:xfrm>
              <a:off x="13695669" y="6802507"/>
              <a:ext cx="0" cy="17782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>
              <a:off x="14576132" y="6620788"/>
              <a:ext cx="0" cy="17782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13766132" y="6006003"/>
              <a:ext cx="1620000" cy="684000"/>
            </a:xfrm>
            <a:prstGeom prst="rect">
              <a:avLst/>
            </a:prstGeom>
            <a:solidFill>
              <a:srgbClr val="FFC000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Workshop Manager </a:t>
              </a:r>
            </a:p>
            <a:p>
              <a:r>
                <a:rPr lang="en-US" sz="802" b="1" dirty="0"/>
                <a:t>Matt Willet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14606058" y="7846647"/>
              <a:ext cx="1620001" cy="684000"/>
            </a:xfrm>
            <a:prstGeom prst="rect">
              <a:avLst/>
            </a:prstGeom>
            <a:solidFill>
              <a:srgbClr val="FFC000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General Assistant</a:t>
              </a:r>
              <a:endParaRPr lang="en-GB" sz="802" b="1" dirty="0"/>
            </a:p>
            <a:p>
              <a:r>
                <a:rPr lang="en-US" sz="802" dirty="0" err="1"/>
                <a:t>Basiry</a:t>
              </a:r>
              <a:r>
                <a:rPr lang="en-US" sz="802" dirty="0"/>
                <a:t> </a:t>
              </a:r>
              <a:r>
                <a:rPr lang="en-US" sz="802" dirty="0" err="1"/>
                <a:t>Kolley</a:t>
              </a:r>
              <a:endParaRPr lang="en-GB" sz="802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14643883" y="6968949"/>
              <a:ext cx="1620000" cy="684000"/>
            </a:xfrm>
            <a:prstGeom prst="rect">
              <a:avLst/>
            </a:prstGeom>
            <a:solidFill>
              <a:srgbClr val="FFC000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Workshop   Engineer</a:t>
              </a:r>
              <a:endParaRPr lang="en-GB" sz="802" b="1" dirty="0"/>
            </a:p>
            <a:p>
              <a:r>
                <a:rPr lang="en-US" sz="802" dirty="0"/>
                <a:t>Luke Langlands</a:t>
              </a:r>
              <a:endParaRPr lang="en-GB" sz="802" dirty="0"/>
            </a:p>
            <a:p>
              <a:endParaRPr lang="en-GB" sz="802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12880113" y="6956740"/>
              <a:ext cx="1620001" cy="684000"/>
            </a:xfrm>
            <a:prstGeom prst="rect">
              <a:avLst/>
            </a:prstGeom>
            <a:solidFill>
              <a:srgbClr val="FFC000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Delivery Driver &amp;</a:t>
              </a:r>
            </a:p>
            <a:p>
              <a:r>
                <a:rPr lang="en-US" sz="802" b="1" dirty="0" err="1"/>
                <a:t>Labour</a:t>
              </a:r>
              <a:endParaRPr lang="en-US" sz="802" b="1" dirty="0"/>
            </a:p>
            <a:p>
              <a:r>
                <a:rPr lang="en-US" sz="802" b="1" dirty="0"/>
                <a:t> assistant</a:t>
              </a:r>
            </a:p>
            <a:p>
              <a:r>
                <a:rPr lang="en-US" sz="802" dirty="0" err="1"/>
                <a:t>Taqnny</a:t>
              </a:r>
              <a:endParaRPr lang="en-GB" sz="802" dirty="0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3795151" y="6041156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14686249" y="6988943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pic>
          <p:nvPicPr>
            <p:cNvPr id="213" name="Picture 33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93938" y="6119219"/>
              <a:ext cx="381000" cy="492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8" name="Rectangle 217"/>
            <p:cNvSpPr/>
            <p:nvPr/>
          </p:nvSpPr>
          <p:spPr>
            <a:xfrm>
              <a:off x="14691786" y="9327247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12937554" y="6986398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cxnSp>
          <p:nvCxnSpPr>
            <p:cNvPr id="280" name="Straight Connector 279"/>
            <p:cNvCxnSpPr/>
            <p:nvPr/>
          </p:nvCxnSpPr>
          <p:spPr>
            <a:xfrm flipV="1">
              <a:off x="13690134" y="6804179"/>
              <a:ext cx="1773054" cy="693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7063066" y="6745407"/>
            <a:ext cx="3145265" cy="840474"/>
            <a:chOff x="20250173" y="6813357"/>
            <a:chExt cx="3527688" cy="840164"/>
          </a:xfrm>
        </p:grpSpPr>
        <p:cxnSp>
          <p:nvCxnSpPr>
            <p:cNvPr id="287" name="Straight Connector 286"/>
            <p:cNvCxnSpPr/>
            <p:nvPr/>
          </p:nvCxnSpPr>
          <p:spPr>
            <a:xfrm>
              <a:off x="22920325" y="6813357"/>
              <a:ext cx="0" cy="17782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>
              <a:off x="21133687" y="6824344"/>
              <a:ext cx="0" cy="17782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20250173" y="6969521"/>
              <a:ext cx="1620000" cy="684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Sales Order</a:t>
              </a:r>
            </a:p>
            <a:p>
              <a:r>
                <a:rPr lang="en-US" sz="802" b="1" dirty="0"/>
                <a:t>Coordinator</a:t>
              </a:r>
            </a:p>
            <a:p>
              <a:r>
                <a:rPr lang="en-US" sz="802" dirty="0"/>
                <a:t>Sanjeev Gill</a:t>
              </a:r>
              <a:endParaRPr lang="en-GB" sz="802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22157861" y="6958584"/>
              <a:ext cx="1620000" cy="684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Dispatch Coordinator</a:t>
              </a:r>
            </a:p>
            <a:p>
              <a:r>
                <a:rPr lang="en-US" sz="802" b="1" dirty="0"/>
                <a:t> </a:t>
              </a:r>
              <a:r>
                <a:rPr lang="en-US" sz="802" dirty="0"/>
                <a:t>Glenn Walton</a:t>
              </a:r>
              <a:endParaRPr lang="en-GB" sz="802" dirty="0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20286997" y="7009593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 dirty="0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22196346" y="7005202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cxnSp>
          <p:nvCxnSpPr>
            <p:cNvPr id="285" name="Straight Connector 284"/>
            <p:cNvCxnSpPr/>
            <p:nvPr/>
          </p:nvCxnSpPr>
          <p:spPr>
            <a:xfrm flipV="1">
              <a:off x="21128152" y="6824344"/>
              <a:ext cx="1792173" cy="860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4" name="Straight Connector 183"/>
          <p:cNvCxnSpPr>
            <a:cxnSpLocks/>
          </p:cNvCxnSpPr>
          <p:nvPr/>
        </p:nvCxnSpPr>
        <p:spPr>
          <a:xfrm>
            <a:off x="8590893" y="6270002"/>
            <a:ext cx="0" cy="5494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9"/>
          <a:srcRect b="3999"/>
          <a:stretch/>
        </p:blipFill>
        <p:spPr>
          <a:xfrm>
            <a:off x="16032655" y="9094010"/>
            <a:ext cx="382767" cy="4946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48648" y="6999801"/>
            <a:ext cx="325352" cy="471667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9565413" y="6830394"/>
            <a:ext cx="3147426" cy="1455679"/>
            <a:chOff x="26142908" y="6106016"/>
            <a:chExt cx="3530113" cy="1632672"/>
          </a:xfrm>
        </p:grpSpPr>
        <p:cxnSp>
          <p:nvCxnSpPr>
            <p:cNvPr id="292" name="Straight Connector 291"/>
            <p:cNvCxnSpPr/>
            <p:nvPr/>
          </p:nvCxnSpPr>
          <p:spPr>
            <a:xfrm>
              <a:off x="28832914" y="6931173"/>
              <a:ext cx="0" cy="17782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/>
          </p:nvCxnSpPr>
          <p:spPr>
            <a:xfrm>
              <a:off x="27046276" y="6942160"/>
              <a:ext cx="0" cy="17782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27040742" y="6942159"/>
              <a:ext cx="1792173" cy="860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27135317" y="6106016"/>
              <a:ext cx="1620000" cy="684000"/>
            </a:xfrm>
            <a:prstGeom prst="rect">
              <a:avLst/>
            </a:prstGeom>
            <a:solidFill>
              <a:srgbClr val="99FFCC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Account  Department Manager</a:t>
              </a:r>
              <a:endParaRPr lang="en-GB" sz="802" b="1" dirty="0"/>
            </a:p>
            <a:p>
              <a:r>
                <a:rPr lang="en-US" sz="802" dirty="0"/>
                <a:t>Nipa </a:t>
              </a:r>
              <a:r>
                <a:rPr lang="en-US" sz="802" dirty="0" err="1"/>
                <a:t>Naik</a:t>
              </a:r>
              <a:endParaRPr lang="en-GB" sz="802" dirty="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26142908" y="7048495"/>
              <a:ext cx="1620000" cy="684000"/>
            </a:xfrm>
            <a:prstGeom prst="rect">
              <a:avLst/>
            </a:prstGeom>
            <a:solidFill>
              <a:srgbClr val="99FFCC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Accounts Assistant </a:t>
              </a:r>
              <a:r>
                <a:rPr lang="en-US" sz="802" dirty="0"/>
                <a:t>Gemma Janes</a:t>
              </a:r>
              <a:endParaRPr lang="en-GB" sz="802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28053021" y="7054688"/>
              <a:ext cx="1620000" cy="684000"/>
            </a:xfrm>
            <a:prstGeom prst="rect">
              <a:avLst/>
            </a:prstGeom>
            <a:solidFill>
              <a:srgbClr val="99FFCC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Accounts Payable Coordinator </a:t>
              </a:r>
            </a:p>
            <a:p>
              <a:r>
                <a:rPr lang="en-GB" sz="800" dirty="0" err="1"/>
                <a:t>Vijiyanthy</a:t>
              </a:r>
              <a:r>
                <a:rPr lang="en-GB" sz="800" dirty="0"/>
                <a:t> </a:t>
              </a:r>
              <a:r>
                <a:rPr lang="en-GB" sz="800" dirty="0" err="1"/>
                <a:t>Sivathasan</a:t>
              </a:r>
              <a:endParaRPr lang="en-GB" sz="800" dirty="0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26197232" y="7083310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28124793" y="7094499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27176625" y="6131223"/>
              <a:ext cx="493877" cy="60231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pic>
          <p:nvPicPr>
            <p:cNvPr id="230" name="Picture 34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17369" y="6159470"/>
              <a:ext cx="411718" cy="547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EE1CDD-9B77-4151-A12E-9CA64E64C38D}"/>
              </a:ext>
            </a:extLst>
          </p:cNvPr>
          <p:cNvGrpSpPr/>
          <p:nvPr/>
        </p:nvGrpSpPr>
        <p:grpSpPr>
          <a:xfrm>
            <a:off x="20826971" y="6934729"/>
            <a:ext cx="1444380" cy="1396141"/>
            <a:chOff x="15182272" y="5271789"/>
            <a:chExt cx="1444380" cy="1396141"/>
          </a:xfrm>
        </p:grpSpPr>
        <p:sp>
          <p:nvSpPr>
            <p:cNvPr id="221" name="Rectangle 220"/>
            <p:cNvSpPr/>
            <p:nvPr/>
          </p:nvSpPr>
          <p:spPr>
            <a:xfrm>
              <a:off x="15211012" y="5307146"/>
              <a:ext cx="440338" cy="5370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33EE306-C27B-4AAB-B144-4045F4FFB0DE}"/>
                </a:ext>
              </a:extLst>
            </p:cNvPr>
            <p:cNvSpPr/>
            <p:nvPr/>
          </p:nvSpPr>
          <p:spPr>
            <a:xfrm>
              <a:off x="15182272" y="5271789"/>
              <a:ext cx="1444380" cy="609850"/>
            </a:xfrm>
            <a:prstGeom prst="rect">
              <a:avLst/>
            </a:prstGeom>
            <a:solidFill>
              <a:srgbClr val="CC99FF"/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41949" tIns="4527" rIns="4527" bIns="4527" numCol="1" spcCol="1270" anchor="ctr" anchorCtr="0">
              <a:noAutofit/>
            </a:bodyPr>
            <a:lstStyle/>
            <a:p>
              <a:r>
                <a:rPr lang="en-US" sz="802" b="1" dirty="0"/>
                <a:t>Goods In Department </a:t>
              </a:r>
            </a:p>
            <a:p>
              <a:r>
                <a:rPr lang="en-US" sz="802" b="1" dirty="0"/>
                <a:t>Coordinator</a:t>
              </a:r>
              <a:endParaRPr lang="en-GB" sz="802" b="1" dirty="0"/>
            </a:p>
            <a:p>
              <a:r>
                <a:rPr lang="en-US" sz="802" dirty="0"/>
                <a:t>Ariana Sultan</a:t>
              </a:r>
              <a:endParaRPr lang="en-GB" sz="802" dirty="0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15215175" y="6130914"/>
              <a:ext cx="440337" cy="5370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C91936F5-1A95-4523-AE3C-3D073C059C12}"/>
                </a:ext>
              </a:extLst>
            </p:cNvPr>
            <p:cNvSpPr/>
            <p:nvPr/>
          </p:nvSpPr>
          <p:spPr>
            <a:xfrm>
              <a:off x="15212824" y="5304711"/>
              <a:ext cx="440337" cy="5370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275"/>
            </a:p>
          </p:txBody>
        </p:sp>
        <p:pic>
          <p:nvPicPr>
            <p:cNvPr id="223" name="Picture 337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56864" y="5379573"/>
              <a:ext cx="372244" cy="480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9B19389-D1A9-494A-827D-A47D3E02F7C5}"/>
              </a:ext>
            </a:extLst>
          </p:cNvPr>
          <p:cNvSpPr txBox="1"/>
          <p:nvPr/>
        </p:nvSpPr>
        <p:spPr>
          <a:xfrm>
            <a:off x="12758609" y="6393409"/>
            <a:ext cx="144438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FF65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Product &amp; IT Support Manager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9733B24-69F3-4908-9F9E-8D43C2B61467}"/>
              </a:ext>
            </a:extLst>
          </p:cNvPr>
          <p:cNvSpPr txBox="1"/>
          <p:nvPr/>
        </p:nvSpPr>
        <p:spPr>
          <a:xfrm>
            <a:off x="6097250" y="6369354"/>
            <a:ext cx="144438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8FAAD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SALES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FA2C0D7-587E-4667-9AE0-3905881D5441}"/>
              </a:ext>
            </a:extLst>
          </p:cNvPr>
          <p:cNvSpPr txBox="1"/>
          <p:nvPr/>
        </p:nvSpPr>
        <p:spPr>
          <a:xfrm>
            <a:off x="15343965" y="6397192"/>
            <a:ext cx="144438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WORKSHOP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828D423B-B925-473A-82DB-AA7AB95F3DC9}"/>
              </a:ext>
            </a:extLst>
          </p:cNvPr>
          <p:cNvSpPr txBox="1"/>
          <p:nvPr/>
        </p:nvSpPr>
        <p:spPr>
          <a:xfrm>
            <a:off x="7904666" y="6410074"/>
            <a:ext cx="144438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FF2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HIRE DEPARTMENT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A3D1333-9862-4BDA-934C-871B09C66072}"/>
              </a:ext>
            </a:extLst>
          </p:cNvPr>
          <p:cNvSpPr txBox="1"/>
          <p:nvPr/>
        </p:nvSpPr>
        <p:spPr>
          <a:xfrm>
            <a:off x="22444102" y="6385493"/>
            <a:ext cx="144438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CC99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GOODS in coordinator 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8D6566B4-B533-46A8-A917-F63FB9F8127D}"/>
              </a:ext>
            </a:extLst>
          </p:cNvPr>
          <p:cNvSpPr txBox="1"/>
          <p:nvPr/>
        </p:nvSpPr>
        <p:spPr>
          <a:xfrm>
            <a:off x="17853887" y="6397193"/>
            <a:ext cx="144438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8CBA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GOODS OUT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874E149-1E9D-4246-9516-13E01ED0048D}"/>
              </a:ext>
            </a:extLst>
          </p:cNvPr>
          <p:cNvSpPr txBox="1"/>
          <p:nvPr/>
        </p:nvSpPr>
        <p:spPr>
          <a:xfrm>
            <a:off x="10259901" y="6385494"/>
            <a:ext cx="144438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99FF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ACCOUNTS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C4AC4D56-62DD-4D45-9D2A-4B554AF2735F}"/>
              </a:ext>
            </a:extLst>
          </p:cNvPr>
          <p:cNvSpPr txBox="1"/>
          <p:nvPr/>
        </p:nvSpPr>
        <p:spPr>
          <a:xfrm>
            <a:off x="25127128" y="6418676"/>
            <a:ext cx="144438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SERVICE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AEFEA743-2FE9-42F2-9037-6149BFE01959}"/>
              </a:ext>
            </a:extLst>
          </p:cNvPr>
          <p:cNvSpPr/>
          <p:nvPr/>
        </p:nvSpPr>
        <p:spPr>
          <a:xfrm>
            <a:off x="4609839" y="8635694"/>
            <a:ext cx="440338" cy="537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B85F7A37-EF58-4DCB-B47C-193342EAC1AE}"/>
              </a:ext>
            </a:extLst>
          </p:cNvPr>
          <p:cNvSpPr/>
          <p:nvPr/>
        </p:nvSpPr>
        <p:spPr>
          <a:xfrm>
            <a:off x="6179891" y="8624650"/>
            <a:ext cx="440338" cy="537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3EAAF589-50CC-4195-8D11-4D350C294F3F}"/>
              </a:ext>
            </a:extLst>
          </p:cNvPr>
          <p:cNvSpPr/>
          <p:nvPr/>
        </p:nvSpPr>
        <p:spPr>
          <a:xfrm>
            <a:off x="6116948" y="6833144"/>
            <a:ext cx="1444381" cy="6569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b="1" dirty="0">
                <a:solidFill>
                  <a:schemeClr val="tx1"/>
                </a:solidFill>
              </a:rPr>
              <a:t>Sales Manager </a:t>
            </a:r>
          </a:p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dirty="0"/>
              <a:t>Simon Tidder </a:t>
            </a:r>
            <a:endParaRPr lang="en-US" sz="802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CF27C7B8-6140-493B-A8CE-DBBB456859B0}"/>
              </a:ext>
            </a:extLst>
          </p:cNvPr>
          <p:cNvSpPr/>
          <p:nvPr/>
        </p:nvSpPr>
        <p:spPr>
          <a:xfrm>
            <a:off x="6123795" y="8433872"/>
            <a:ext cx="1444381" cy="6569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b="1" dirty="0">
                <a:solidFill>
                  <a:schemeClr val="tx1"/>
                </a:solidFill>
              </a:rPr>
              <a:t>Sales Consultant &amp; Marketing assistant</a:t>
            </a:r>
          </a:p>
          <a:p>
            <a:pPr defTabSz="317054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802" dirty="0"/>
              <a:t> </a:t>
            </a:r>
            <a:endParaRPr lang="en-US" sz="802" dirty="0">
              <a:solidFill>
                <a:schemeClr val="tx1"/>
              </a:solidFill>
            </a:endParaRPr>
          </a:p>
        </p:txBody>
      </p: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FC310E20-A101-4F7C-819D-2F81E1BA8D10}"/>
              </a:ext>
            </a:extLst>
          </p:cNvPr>
          <p:cNvCxnSpPr>
            <a:cxnSpLocks/>
          </p:cNvCxnSpPr>
          <p:nvPr/>
        </p:nvCxnSpPr>
        <p:spPr>
          <a:xfrm>
            <a:off x="11565584" y="4960442"/>
            <a:ext cx="7728" cy="13171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4BCA8430-037B-4569-8CA4-A73A2839F9F2}"/>
              </a:ext>
            </a:extLst>
          </p:cNvPr>
          <p:cNvCxnSpPr>
            <a:cxnSpLocks/>
          </p:cNvCxnSpPr>
          <p:nvPr/>
        </p:nvCxnSpPr>
        <p:spPr>
          <a:xfrm>
            <a:off x="15990719" y="6259616"/>
            <a:ext cx="9813217" cy="179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C6438F43-5EFC-45A6-AD07-AD62BFDBD728}"/>
              </a:ext>
            </a:extLst>
          </p:cNvPr>
          <p:cNvCxnSpPr>
            <a:cxnSpLocks/>
          </p:cNvCxnSpPr>
          <p:nvPr/>
        </p:nvCxnSpPr>
        <p:spPr>
          <a:xfrm>
            <a:off x="28777735" y="8313596"/>
            <a:ext cx="0" cy="2687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43A198CB-0C45-41FD-BDA0-B36F3A1C031C}"/>
              </a:ext>
            </a:extLst>
          </p:cNvPr>
          <p:cNvCxnSpPr>
            <a:cxnSpLocks/>
          </p:cNvCxnSpPr>
          <p:nvPr/>
        </p:nvCxnSpPr>
        <p:spPr>
          <a:xfrm flipH="1">
            <a:off x="22308516" y="7229953"/>
            <a:ext cx="2929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44">
            <a:extLst>
              <a:ext uri="{FF2B5EF4-FFF2-40B4-BE49-F238E27FC236}">
                <a16:creationId xmlns:a16="http://schemas.microsoft.com/office/drawing/2014/main" id="{4C4F1E3C-7F1C-3874-B4E4-BA74BD9BE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r="11734"/>
          <a:stretch/>
        </p:blipFill>
        <p:spPr bwMode="auto">
          <a:xfrm>
            <a:off x="6261176" y="7707657"/>
            <a:ext cx="374345" cy="47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655971-7833-2357-3F15-5201644B46B2}"/>
              </a:ext>
            </a:extLst>
          </p:cNvPr>
          <p:cNvSpPr/>
          <p:nvPr/>
        </p:nvSpPr>
        <p:spPr>
          <a:xfrm>
            <a:off x="22638643" y="6979677"/>
            <a:ext cx="1444380" cy="609850"/>
          </a:xfrm>
          <a:prstGeom prst="rect">
            <a:avLst/>
          </a:prstGeom>
          <a:solidFill>
            <a:srgbClr val="CC99FF"/>
          </a:solidFill>
          <a:scene3d>
            <a:camera prst="orthographicFront"/>
            <a:lightRig rig="flat" dir="t"/>
          </a:scene3d>
          <a:sp3d prstMaterial="dkEdge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2">
            <a:schemeClr val="dk2">
              <a:hueOff val="0"/>
              <a:satOff val="0"/>
              <a:lumOff val="0"/>
              <a:alphaOff val="0"/>
            </a:schemeClr>
          </a:fillRef>
          <a:effectRef idx="1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41949" tIns="4527" rIns="4527" bIns="4527" numCol="1" spcCol="1270" anchor="ctr" anchorCtr="0">
            <a:noAutofit/>
          </a:bodyPr>
          <a:lstStyle/>
          <a:p>
            <a:r>
              <a:rPr lang="en-US" sz="802" b="1" dirty="0"/>
              <a:t>Goods In Department </a:t>
            </a:r>
          </a:p>
          <a:p>
            <a:r>
              <a:rPr lang="en-US" sz="802" b="1" dirty="0"/>
              <a:t>Coordinator</a:t>
            </a:r>
            <a:endParaRPr lang="en-GB" sz="802" b="1" dirty="0"/>
          </a:p>
          <a:p>
            <a:r>
              <a:rPr lang="en-US" sz="802" dirty="0"/>
              <a:t>Ariana Sultan</a:t>
            </a:r>
            <a:endParaRPr lang="en-GB" sz="802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CD7C49-E741-D5A7-46F4-396DA2161FC0}"/>
              </a:ext>
            </a:extLst>
          </p:cNvPr>
          <p:cNvSpPr/>
          <p:nvPr/>
        </p:nvSpPr>
        <p:spPr>
          <a:xfrm>
            <a:off x="22700283" y="7014681"/>
            <a:ext cx="415864" cy="5251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526" tIns="40763" rIns="81526" bIns="407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275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19B823-E163-B626-7C0B-0787E0F18212}"/>
              </a:ext>
            </a:extLst>
          </p:cNvPr>
          <p:cNvSpPr txBox="1"/>
          <p:nvPr/>
        </p:nvSpPr>
        <p:spPr>
          <a:xfrm>
            <a:off x="20563789" y="6411623"/>
            <a:ext cx="144438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F8CBA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</a:t>
            </a:r>
            <a:r>
              <a:rPr lang="en-GB" sz="1200" dirty="0"/>
              <a:t>tock Coordinator</a:t>
            </a:r>
          </a:p>
        </p:txBody>
      </p:sp>
    </p:spTree>
    <p:extLst>
      <p:ext uri="{BB962C8B-B14F-4D97-AF65-F5344CB8AC3E}">
        <p14:creationId xmlns:p14="http://schemas.microsoft.com/office/powerpoint/2010/main" val="248214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</TotalTime>
  <Words>167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Byron Rees</dc:creator>
  <cp:lastModifiedBy>Britt Rees</cp:lastModifiedBy>
  <cp:revision>36</cp:revision>
  <cp:lastPrinted>2019-09-17T09:03:24Z</cp:lastPrinted>
  <dcterms:created xsi:type="dcterms:W3CDTF">2019-09-11T10:10:47Z</dcterms:created>
  <dcterms:modified xsi:type="dcterms:W3CDTF">2022-11-17T11:33:28Z</dcterms:modified>
</cp:coreProperties>
</file>